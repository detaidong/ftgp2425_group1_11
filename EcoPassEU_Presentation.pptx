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EcoPassEU: Blockchain for Digital Product Passports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University of Bristol</a:t>
            </a:r>
          </a:p>
          <a:p>
            <a:pPr/>
            <a:r>
              <a:t>Team Presentation</a:t>
            </a:r>
          </a:p>
          <a:p>
            <a:pPr/>
            <a:r>
              <a:t>Blockchain for Sustainable Trust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The Trust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50%+ sustainability claims lack evidence</a:t>
            </a:r>
          </a:p>
          <a:p>
            <a:pPr/>
            <a:r>
              <a:t>Consumers cannot verify claims</a:t>
            </a:r>
          </a:p>
          <a:p>
            <a:pPr/>
            <a:r>
              <a:t>Greenwashing is widespread</a:t>
            </a:r>
          </a:p>
          <a:p>
            <a:pPr/>
            <a:r>
              <a:t>Need for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Blockchain ensures immutability</a:t>
            </a:r>
          </a:p>
          <a:p>
            <a:pPr/>
            <a:r>
              <a:t>Smart contracts enable trustless systems</a:t>
            </a:r>
          </a:p>
          <a:p>
            <a:pPr/>
            <a:r>
              <a:t>IPFS allows decentralised storage</a:t>
            </a:r>
          </a:p>
          <a:p>
            <a:pPr/>
            <a:r>
              <a:t>Trade-off: cost vs scalability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Centralised systems can be manipulated</a:t>
            </a:r>
          </a:p>
          <a:p>
            <a:pPr/>
            <a:r>
              <a:t>No independent verification</a:t>
            </a:r>
          </a:p>
          <a:p>
            <a:pPr/>
            <a:r>
              <a:t>Data silos reduce transparency</a:t>
            </a:r>
          </a:p>
          <a:p>
            <a:pPr/>
            <a:r>
              <a:t>ESPR mandates Digital Product Passports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EcoPassEU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Blockchain-based DPP platform</a:t>
            </a:r>
          </a:p>
          <a:p>
            <a:pPr/>
            <a:r>
              <a:t>Publicly verifiable product history</a:t>
            </a:r>
          </a:p>
          <a:p>
            <a:pPr/>
            <a:r>
              <a:t>QR code access</a:t>
            </a:r>
          </a:p>
          <a:p>
            <a:pPr/>
            <a:r>
              <a:t>No wallet required for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model:</a:t>
            </a:r>
          </a:p>
          <a:p>
            <a:pPr/>
            <a:r>
              <a:t>On-chain: hash + metadata</a:t>
            </a:r>
          </a:p>
          <a:p>
            <a:pPr/>
            <a:r>
              <a:t>Off-chain: full data on IPFS</a:t>
            </a:r>
          </a:p>
          <a:p>
            <a:pPr/>
            <a:r>
              <a:t>Optimised for cost and scalability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Manufacturer uploads product data</a:t>
            </a:r>
          </a:p>
          <a:p>
            <a:pPr/>
            <a:r>
              <a:t>Data stored on IPFS → CID generated</a:t>
            </a:r>
          </a:p>
          <a:p>
            <a:pPr/>
            <a:r>
              <a:t>Hash stored on blockchain</a:t>
            </a:r>
          </a:p>
          <a:p>
            <a:pPr/>
            <a:r>
              <a:t>Consumer verifies via product 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contract stores minimal data</a:t>
            </a:r>
          </a:p>
          <a:p>
            <a:pPr/>
            <a:r>
              <a:t>Mapping: productID → Passport</a:t>
            </a:r>
          </a:p>
          <a:p>
            <a:pPr/>
            <a:r>
              <a:t>Security via hash matching</a:t>
            </a:r>
          </a:p>
          <a:p>
            <a:pPr/>
            <a:r>
              <a:t>Immutable and tamper-proof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~125k gas per transaction</a:t>
            </a:r>
          </a:p>
          <a:p>
            <a:pPr/>
            <a:r>
              <a:t>Batch reduces cost by ~26%</a:t>
            </a:r>
          </a:p>
          <a:p>
            <a:pPr/>
            <a:r>
              <a:t>Strong tamper detection</a:t>
            </a:r>
          </a:p>
          <a:p>
            <a:pPr/>
            <a:r>
              <a:t>Limitations: latency, identity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DPP prototype</a:t>
            </a:r>
          </a:p>
          <a:p>
            <a:pPr/>
            <a:r>
              <a:t>Improves trust in sustainability</a:t>
            </a:r>
          </a:p>
          <a:p>
            <a:pPr/>
            <a:r>
              <a:t>Future: Layer-2 scaling</a:t>
            </a:r>
          </a:p>
          <a:p>
            <a:pPr/>
            <a:r>
              <a:t>Add decentralised identity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